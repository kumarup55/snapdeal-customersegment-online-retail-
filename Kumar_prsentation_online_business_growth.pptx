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3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9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49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3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5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4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2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19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7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B2EEB-8F80-4287-AAE8-26F7D874045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A89FD1F-BF6C-4909-A4D0-A347A951C74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90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19" y="297180"/>
            <a:ext cx="7221419" cy="597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93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411480"/>
            <a:ext cx="7349058" cy="556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4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80" y="302867"/>
            <a:ext cx="6801799" cy="4001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78" y="702973"/>
            <a:ext cx="7271902" cy="55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1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42" y="-182880"/>
            <a:ext cx="740195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604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Gunjan</dc:creator>
  <cp:lastModifiedBy>Gunjan</cp:lastModifiedBy>
  <cp:revision>3</cp:revision>
  <dcterms:created xsi:type="dcterms:W3CDTF">2025-12-26T12:56:10Z</dcterms:created>
  <dcterms:modified xsi:type="dcterms:W3CDTF">2025-12-26T13:21:18Z</dcterms:modified>
</cp:coreProperties>
</file>